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33" d="100"/>
          <a:sy n="133" d="100"/>
        </p:scale>
        <p:origin x="13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995DFB-E512-7B41-30D0-215C86629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397046"/>
      </p:ext>
    </p:extLst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ChemDraft Neutral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2</cp:revision>
  <dcterms:created xsi:type="dcterms:W3CDTF">1980-01-01T00:00:00Z</dcterms:created>
  <dcterms:modified xsi:type="dcterms:W3CDTF">2026-10-30T13:11:06Z</dcterms:modified>
</cp:coreProperties>
</file>
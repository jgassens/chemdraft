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6"/>
  </p:normalViewPr>
  <p:slideViewPr>
    <p:cSldViewPr snapToGrid="0">
      <p:cViewPr varScale="1">
        <p:scale>
          <a:sx n="112" d="100"/>
          <a:sy n="112" d="100"/>
        </p:scale>
        <p:origin x="7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995DFB-E512-7B41-30D0-215C86629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318" y="0"/>
            <a:ext cx="5299364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emDraft Neutral">
  <a:themeElements>
    <a:clrScheme name="ChemDraft Neutral">
      <a:dk1>
        <a:srgbClr val="202020"/>
      </a:dk1>
      <a:lt1>
        <a:srgbClr val="FFFFFF"/>
      </a:lt1>
      <a:dk2>
        <a:srgbClr val="384454"/>
      </a:dk2>
      <a:lt2>
        <a:srgbClr val="F2F4F6"/>
      </a:lt2>
      <a:accent1>
        <a:srgbClr val="356A95"/>
      </a:accent1>
      <a:accent2>
        <a:srgbClr val="BD633C"/>
      </a:accent2>
      <a:accent3>
        <a:srgbClr val="65834B"/>
      </a:accent3>
      <a:accent4>
        <a:srgbClr val="82649A"/>
      </a:accent4>
      <a:accent5>
        <a:srgbClr val="34888C"/>
      </a:accent5>
      <a:accent6>
        <a:srgbClr val="BE963F"/>
      </a:accent6>
      <a:hlink>
        <a:srgbClr val="0000FF"/>
      </a:hlink>
      <a:folHlink>
        <a:srgbClr val="800080"/>
      </a:folHlink>
    </a:clrScheme>
    <a:fontScheme name="ChemDraft Neutral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ChemDraft Neutr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  <a:ln w="381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ChemDraft Neutral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ChemDraft</dc:creator>
  <cp:lastModifiedBy>Gassensmith, Jeremiah</cp:lastModifiedBy>
  <cp:revision>1</cp:revision>
  <dcterms:created xsi:type="dcterms:W3CDTF">1980-01-01T00:00:00Z</dcterms:created>
  <dcterms:modified xsi:type="dcterms:W3CDTF">2026-10-29T15:22:54Z</dcterms:modified>
</cp:coreProperties>
</file>
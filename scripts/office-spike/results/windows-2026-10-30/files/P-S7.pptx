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23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990A3-CEE8-5ADA-3F62-FC50D7C93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33362"/>
            <a:ext cx="5715000" cy="639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1</cp:revision>
  <dcterms:created xsi:type="dcterms:W3CDTF">1980-01-01T00:00:00Z</dcterms:created>
  <dcterms:modified xsi:type="dcterms:W3CDTF">2026-10-30T12:52:05Z</dcterms:modified>
</cp:coreProperties>
</file>
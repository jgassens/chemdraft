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323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24BEFB-9926-7EDD-D038-5A9475853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233362"/>
            <a:ext cx="5715000" cy="6391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emDraft Neutral">
  <a:themeElements>
    <a:clrScheme name="ChemDraft Neutral">
      <a:dk1>
        <a:srgbClr val="202020"/>
      </a:dk1>
      <a:lt1>
        <a:srgbClr val="FFFFFF"/>
      </a:lt1>
      <a:dk2>
        <a:srgbClr val="384454"/>
      </a:dk2>
      <a:lt2>
        <a:srgbClr val="F2F4F6"/>
      </a:lt2>
      <a:accent1>
        <a:srgbClr val="356A95"/>
      </a:accent1>
      <a:accent2>
        <a:srgbClr val="BD633C"/>
      </a:accent2>
      <a:accent3>
        <a:srgbClr val="65834B"/>
      </a:accent3>
      <a:accent4>
        <a:srgbClr val="82649A"/>
      </a:accent4>
      <a:accent5>
        <a:srgbClr val="34888C"/>
      </a:accent5>
      <a:accent6>
        <a:srgbClr val="BE963F"/>
      </a:accent6>
      <a:hlink>
        <a:srgbClr val="0000FF"/>
      </a:hlink>
      <a:folHlink>
        <a:srgbClr val="800080"/>
      </a:folHlink>
    </a:clrScheme>
    <a:fontScheme name="ChemDraft Neutra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emDraft Neutr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ChemDraft Neutral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ChemDraft</dc:creator>
  <cp:lastModifiedBy>Gassensmith, Jeremiah</cp:lastModifiedBy>
  <cp:revision>1</cp:revision>
  <dcterms:created xsi:type="dcterms:W3CDTF">1980-01-01T00:00:00Z</dcterms:created>
  <dcterms:modified xsi:type="dcterms:W3CDTF">2026-10-30T12:50:25Z</dcterms:modified>
</cp:coreProperties>
</file>
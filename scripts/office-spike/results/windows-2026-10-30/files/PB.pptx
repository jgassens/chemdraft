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323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8C14E44-2500-A2E3-64E9-0476187E2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4850" y="1657350"/>
            <a:ext cx="3162300" cy="3543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C26D9B-266A-6439-20C5-A34D796F9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33362"/>
            <a:ext cx="5715000" cy="639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ChemDraft Neutral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2</cp:revision>
  <dcterms:created xsi:type="dcterms:W3CDTF">1980-01-01T00:00:00Z</dcterms:created>
  <dcterms:modified xsi:type="dcterms:W3CDTF">2026-10-30T12:52:48Z</dcterms:modified>
</cp:coreProperties>
</file>
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 xmlns:a="http://schemas.openxmlformats.org/drawingml/2006/main" xmlns:r="http://schemas.openxmlformats.org/officeDocument/2006/relationships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xmlns:r="http://schemas.openxmlformats.org/officeDocument/2006/relationships"/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theme" Target="theme/theme1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400"/>
      </a:lvl1pPr>
    </p:titleStyle>
    <p:bodyStyle>
      <a:lvl1pPr>
        <a:defRPr sz="2800"/>
      </a:lvl1pPr>
    </p:bodyStyle>
    <p:otherStyle>
      <a:defPPr>
        <a:defRPr lang="en-US"/>
      </a:def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ChemDraft Neutral">
  <a:themeElements>
    <a:clrScheme name="ChemDraft Neutral">
      <a:dk1>
        <a:srgbClr val="202020"/>
      </a:dk1>
      <a:lt1>
        <a:srgbClr val="FFFFFF"/>
      </a:lt1>
      <a:dk2>
        <a:srgbClr val="384454"/>
      </a:dk2>
      <a:lt2>
        <a:srgbClr val="F2F4F6"/>
      </a:lt2>
      <a:accent1>
        <a:srgbClr val="356A95"/>
      </a:accent1>
      <a:accent2>
        <a:srgbClr val="BD633C"/>
      </a:accent2>
      <a:accent3>
        <a:srgbClr val="65834B"/>
      </a:accent3>
      <a:accent4>
        <a:srgbClr val="82649A"/>
      </a:accent4>
      <a:accent5>
        <a:srgbClr val="34888C"/>
      </a:accent5>
      <a:accent6>
        <a:srgbClr val="BE963F"/>
      </a:accent6>
      <a:hlink>
        <a:srgbClr val="0000FF"/>
      </a:hlink>
      <a:folHlink>
        <a:srgbClr val="800080"/>
      </a:folHlink>
    </a:clrScheme>
    <a:fontScheme name="ChemDraft Neutral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ChemDraft Neutral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  <a:ln w="381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ChemDraft Office spike</Application>
  <PresentationFormat>On-screen Show (16:9)</PresentationFormat>
  <Slides>1</Slides>
  <Notes>0</Notes>
  <HiddenSlides>0</HiddenSlides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ChemDraft</dc:creator>
  <cp:lastModifiedBy>ChemDraft</cp:lastModifiedBy>
  <dcterms:created xsi:type="dcterms:W3CDTF">1980-01-01T00:00:00Z</dcterms:created>
  <dcterms:modified xsi:type="dcterms:W3CDTF">1980-01-01T00:00:00Z</dcterms:modified>
</cp:coreProperties>
</file>
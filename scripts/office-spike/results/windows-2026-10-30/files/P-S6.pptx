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3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979404-01CE-3F7A-1B44-00F309002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0" y="2630085"/>
            <a:ext cx="1428760" cy="1597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ChemDraft Neutral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1</cp:revision>
  <dcterms:created xsi:type="dcterms:W3CDTF">1980-01-01T00:00:00Z</dcterms:created>
  <dcterms:modified xsi:type="dcterms:W3CDTF">2026-10-30T12:51:39Z</dcterms:modified>
</cp:coreProperties>
</file>